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al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1967413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400" b="1">
                <a:solidFill>
                  <a:srgbClr val="004976"/>
                </a:solidFill>
                <a:latin typeface="Calibri"/>
              </a:rPr>
              <a:t>Agency in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41E42"/>
                </a:solidFill>
                <a:latin typeface="Calibri"/>
              </a:rPr>
              <a:t>Session slides  ·  Learning Bridge+ (Cox's Bazar)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C6B78"/>
                </a:solidFill>
                <a:latin typeface="Calibri"/>
              </a:rPr>
              <a:t>Optional — for sites with a screen. Nothing is lost without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9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What we will 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OUR LEARNING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Four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041E42"/>
                </a:solidFill>
                <a:latin typeface="Calibri"/>
              </a:rPr>
              <a:t>Know yourself · Set a goal · Make a plan · See how you grow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How would you try each one? Tell us what you already 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9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Understand yourself as a learner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1 · YOU CAN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You can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041E42"/>
                </a:solidFill>
                <a:latin typeface="Calibri"/>
              </a:rPr>
              <a:t>Everyone gets better with practice, a new way, and help.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1 · YOU CAN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I cannot do this… yet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Draw a time you got better at something that was hard.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2 · WHAT I AM GOOD 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What am I good at as a learner?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2 · WHAT I WANT TO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What do I want to grow?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Draw your strengths. Hear what others see in you.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3 · HOW I LEARN BEST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How do I learn best?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041E42"/>
                </a:solidFill>
                <a:latin typeface="Calibri"/>
              </a:rPr>
              <a:t>When? Where? Who and what helps me?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For two days, notice when and where you focus best.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9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Set clear, meaningful learning goals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1 · WHAT MAKES A GOOD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Small · Clear · It matters · By when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1 · WHAT MAKES A GOOD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A wish is big and far.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041E42"/>
                </a:solidFill>
                <a:latin typeface="Calibri"/>
              </a:rPr>
              <a:t>A goal is small and near, and you can tell when you reach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Judge these goals together: thumbs up or thumbs down.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2 · CHOOSE YOUR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You choose what you learn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2 · CHOOSE YOUR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Draw the thing you want to be able to 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Say your goal to your partner. Make it clearer.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3 · YOUR FIRST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A big goal is easier in small steps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3 · YOUR FIRST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What is your first step?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041E42"/>
                </a:solidFill>
                <a:latin typeface="Calibri"/>
              </a:rPr>
              <a:t>Small enough to take this week.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Take your first step. Tell your partner when you will do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9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Plan and take deliberate steps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1 · MAKE AN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Break your goal into steps you can do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Draw your plan. What comes first?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2 · MANAGE YOUR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Do the most important thing first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This week, do your learning thing before the easy things.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3 · FIND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Who can help you? What do you need?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Ask one person for help. Then use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9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Track, feedback, and reflect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1 · KEEP YOUR LEARNING 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One small mark keeps your learning visible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Make one mark or drawing after each session.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2 ·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Ask: what is one thing I could do better?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Ask one person. Then try what they say.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spc="300">
                <a:solidFill>
                  <a:srgbClr val="EF9600"/>
                </a:solidFill>
                <a:latin typeface="Calibri"/>
              </a:rPr>
              <a:t>SESSION 3 · REFLECT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004976"/>
                </a:solidFill>
                <a:latin typeface="Calibri"/>
              </a:rPr>
              <a:t>Look how far you have come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spc="300">
                <a:solidFill>
                  <a:srgbClr val="3F8291"/>
                </a:solidFill>
                <a:latin typeface="Calibri"/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41E42"/>
                </a:solidFill>
                <a:latin typeface="Calibri"/>
              </a:rPr>
              <a:t>Find one way you have grown. Be ready to share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