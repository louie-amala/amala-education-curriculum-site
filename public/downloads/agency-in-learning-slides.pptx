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al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967413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4976"/>
                </a:solidFill>
                <a:latin typeface="Calibri"/>
              </a:rPr>
              <a:t>Agency in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41E42"/>
                </a:solidFill>
                <a:latin typeface="Calibri"/>
              </a:rPr>
              <a:t>Session slides  ·  Learning Bridge+ (Cox's Bazar)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C6B78"/>
                </a:solidFill>
                <a:latin typeface="Calibri"/>
              </a:rPr>
              <a:t>Optional — for sites with a screen. Nothing is lost without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Understand yourself as a learner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can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Everyone gets better with practice, a new way, and help.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YOU CAN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I cannot do this…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a time you got better at something that was hard.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AM GOOD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am I good at as a learner?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WHAT I WANT TO GROW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do I want to grow?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strengths. Hear what others see in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HOW I LEARN BEST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How do I learn best?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When? Where? Who and what helps me?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For two days, notice when and where you focus best.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Set clear, meaningful learning goals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Small · Clear · It matters · By when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WHAT MAKES A GOOD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wish is big and far.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A goal is small and near, and you can tell when you reach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Judge these goals together: thumbs up or thumbs 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You choose what you learn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CHOOSE YOUR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Draw the thing you want to be able to 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Say your goal to your partner. Make it clearer.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 big goal is easier in small steps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YOUR FIRST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What is your first step?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041E42"/>
                </a:solidFill>
                <a:latin typeface="Calibri"/>
              </a:rPr>
              <a:t>Small enough to take this week.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Take your first step. Tell your partner when you will do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Plan and take deliberate steps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MAKE AN ACTION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Break your goal into steps you can 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Draw your plan. What comes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MANAGE YOUR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Do the most important thing first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This week, do your learning thing before the easy things.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FIND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Who can help you? What do you need?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 for help. Then use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9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Track, feedback, and reflect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1 · KEEP YOUR LEARNING 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One small mark keeps your learning visible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Make one mark or drawing after each session.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2 ·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Ask: what is one thing I could do better?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Ask one person. Then try what they say.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spc="300">
                <a:solidFill>
                  <a:srgbClr val="EF9600"/>
                </a:solidFill>
                <a:latin typeface="Calibri"/>
              </a:rPr>
              <a:t>SESSION 3 · REFLECT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4976"/>
                </a:solidFill>
                <a:latin typeface="Calibri"/>
              </a:rPr>
              <a:t>Look how far you have come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spc="300">
                <a:solidFill>
                  <a:srgbClr val="3F8291"/>
                </a:solidFill>
                <a:latin typeface="Calibri"/>
              </a:rPr>
              <a:t>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41E42"/>
                </a:solidFill>
                <a:latin typeface="Calibri"/>
              </a:rPr>
              <a:t>Find one way you have grown. Be ready to share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