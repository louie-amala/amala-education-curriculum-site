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4976"/>
                </a:solidFill>
              </a:rPr>
              <a:t>Training Amala's educators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3"/>
                </a:solidFill>
              </a:rPr>
              <a:t>Two live sessions of 2 hours, independent work either side, and a supervised practicum - one live session of a module you hold, planned, delivered, observed and debriefed. The practicum is arranged around a real training cohort where one is running.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BEFORE WE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What this qualifies you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A pass qualifies you to train every module you hold - not only the one you delivered in your practicum.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Take another educator module later and your training scope extends with it automatically. The practicum is done once, ever. This is deliberate: the practicum proves you can train, and the modules you hold prove you know the content. They are assessed separately, and only the first needs observing.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Training educators is not teaching learners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93B67"/>
                </a:solidFill>
              </a:rPr>
              <a:t>The trainer's stance · reading a module pack · what you may adapt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0:00–0:20  -  Who is in the room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0:20–0:55  -  The principles, turned around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1:05–1:40  -  Reading a module pack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1:40–2:00  -  Non-negotiables and adaptations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1  -  0:00–0:20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Who is in the room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Everyone you train arrives with practice of their own. What that changes about how you open, how you handle disagreement, and what you can assume.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1  -  0:20–0:55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The principles, turned around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Amala's nine transformative education principles applied to adult professionals rather than to learners. Which ones work unchanged, and which need rethinking for this room.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1  -  1:05–1:40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Reading a module pack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Take the trainer guide, slides, workbook and sign-off guide for a module you hold, and find where its real work happens - the block everything else exists to set up.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1  -  1:40–2:00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Non-negotiables and adaptations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What you must run as designed, what you may change for your context, and the test between them - does the change leave the assessed parts intact? Brief for the calibration exercise.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BEFORE SESSION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Independent Work 1 - ~1 hr 30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The calibration exercise (~1 hr 30) - Assess the two sample submissions against that module's sign-off criteria. Decide Met or Not yet on each criterion, and write the feedback you would send. Bring both to Session 2.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Holding the standard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93B67"/>
                </a:solidFill>
              </a:rPr>
              <a:t>Calibrating sign-off judgements · writing usable feedback · planning your practicum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0:00–0:15  -  Check-in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0:15–1:00  -  Comparing judgements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1:00–1:30  -  Feedback a resit can act on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1:30–1:50  -  The resit conversation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1:50–2:00  -  Plan your practicum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  -  0:00–0:15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Check-in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How did the calibration exercise go? Where did you hesitate?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  -  0:15–1:00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Comparing judgements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Compare your Met and Not yet decisions against the reference judgements and against each other's. Where the group splits is where the criterion is doing real work - stay there.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  -  1:00–1:30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Feedback a resit can act 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Rewrite one piece of your own feedback until an educator could actually do something with it. Specific, about the criterion, and about the work rather than the person.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  -  1:30–1:50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The resit conversation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Telling someone Not yet. Why the trainer being the assessor makes this harder, and how to keep the relationship intact while holding the standard.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SESSION 2  -  1:50–2:00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Plan your practicum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20293B"/>
                </a:solidFill>
              </a:rPr>
              <a:t>Agree which session you will deliver, to whom, and who will observe you.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BEFORE YOUR PRACTICUM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Independent Work 2 - ~2 hours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Plan your practicum session (~2 hrs) - Write your session plan into Section 2 of the Practicum Record and send it to your supervisor at least three days before you deliver, so the pre-brief has something to work from.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AFTER THE SESSIONS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The practicum - one supervised session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Pre-brief (~30 min) - You and your supervisor walk the session plan together. You say what you want watched most closely. Nothing here is assessed.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Observed delivery (~2 hrs) - You run the session. Your supervisor observes and does not rescue you - including when a block overruns or a question lands that you cannot answer.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Debrief (~45 min) - What happened, starting with what you noticed yourself. The supervisor's read comes second, and the sign-off decision is named in this conversation rather than sent afterwards.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Reflection (~45 min) - Written by you, into Section 5 of the Practicum Record, within a week.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993E"/>
                </a:solidFill>
              </a:rPr>
              <a:t>SIGN-OFF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976"/>
                </a:solidFill>
              </a:rPr>
              <a:t>The three criteria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Faithful to the module - The session was delivered as the module designs it. Where it was adapted, the adaptations left the assessed parts intact.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Facilitates professionals - Participation was drawn out and peer feedback was held well, time was held, and the trainer was honest when they did not know an answer rather than filling the gap.</a:t>
            </a:r>
            <a:endParaRPr lang="en-US" sz="1700" dirty="0"/>
          </a:p>
          <a:p>
            <a:pPr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20293B"/>
                </a:solidFill>
              </a:rPr>
              <a:t>Holds the standard - The calibration judgements match the reference judgements, or depart from them for reasons that are defensible. The written feedback is specific to the criterion and usable by a resit.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Amala's educators</dc:title>
  <dc:subject>PptxGenJS Presentation</dc:subject>
  <dc:creator>PptxGenJS</dc:creator>
  <cp:lastModifiedBy>PptxGenJS</cp:lastModifiedBy>
  <cp:revision>1</cp:revision>
  <dcterms:created xsi:type="dcterms:W3CDTF">2026-08-27T05:12:23Z</dcterms:created>
  <dcterms:modified xsi:type="dcterms:W3CDTF">2026-08-27T05:12:23Z</dcterms:modified>
</cp:coreProperties>
</file>