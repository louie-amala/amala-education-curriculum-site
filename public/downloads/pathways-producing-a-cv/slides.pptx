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MAL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louiebd-Amala-Curriculum-Site-V2/b0021abd-8285-4cc0-8f2b-a15c2e87dd23/scratchpad/filegen/amal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896112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4709160"/>
            <a:ext cx="8503920" cy="0"/>
          </a:xfrm>
          <a:prstGeom prst="line">
            <a:avLst/>
          </a:prstGeom>
          <a:noFill/>
          <a:ln w="19050">
            <a:solidFill>
              <a:srgbClr val="8F993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4754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999B"/>
                </a:solidFill>
              </a:rPr>
              <a:t>© Amala Education  ·  CC BY-NC-SA 4.0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799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799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41E42"/>
                </a:solidFill>
              </a:rPr>
              <a:t>Producing a CV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4976"/>
                </a:solidFill>
              </a:rPr>
              <a:t>Showcasing your strengths  ·  Pathways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799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976"/>
                </a:solidFill>
              </a:rPr>
              <a:t>What a CV is for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A short, honest advert for what you can offer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Aimed at a specific opportunity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Often the first thing a provider sees, so it has seconds to land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Structure and clarity transfer; details vary by country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799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976"/>
                </a:solidFill>
              </a:rPr>
              <a:t>What makes a strong CV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Clear structure a reader can scan quickly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Achievements, not just duties: show a result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Concise, with no wasted words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Honest, and tailored to the opportunity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799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976"/>
                </a:solidFill>
              </a:rPr>
              <a:t>Your experience counts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Paid work AND unpaid, family, community and volunteer work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Languages you speak or write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Practical and digital skills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Skills built in the Amala programme are legitimate CV content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799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976"/>
                </a:solidFill>
              </a:rPr>
              <a:t>Draft your CV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999B"/>
                </a:solidFill>
              </a:rPr>
              <a:t>In pairs · 20-25 min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Work in pairs: prompt each other for strengths you undersell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Ask: what have you done where people relied on you?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Save your draft into your Pathways Journal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A rough first draft is enough for now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799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976"/>
                </a:solidFill>
              </a:rPr>
              <a:t>Feedback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999B"/>
                </a:solidFill>
              </a:rPr>
              <a:t>15-20 min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Specific comment on the real document, kind and concrete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Where is an achievement hiding inside a duty?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What would a reader want to know more about?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Make one improvement right now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799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976"/>
                </a:solidFill>
              </a:rPr>
              <a:t>Reflect and 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How happy are you with your CV? What would make it stronger?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What did you learn about showcasing your strengths?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Which opportunity will you adapt this CV for first?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41E42"/>
                </a:solidFill>
              </a:rPr>
              <a:t>A CV grows: revisit it for every new application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7999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2026-07-28T05:35:09Z</dcterms:created>
  <dcterms:modified xsi:type="dcterms:W3CDTF">2026-07-28T05:35:09Z</dcterms:modified>
</cp:coreProperties>
</file>