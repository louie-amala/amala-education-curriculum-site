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85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 (2 hrs). Purpose: participants leave able to place a judgement on the scale and reason from evidence to a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488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CONDUCTING ASSESSMENTS OF COMPETENCE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E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scale and the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31750">
            <a:solidFill>
              <a:srgbClr val="8F99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are doing today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the proficiency scale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22199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ladder of five levels, and what separates each level from the one below.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07238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what counts as evidence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45643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it comes from, and how the same evidence is weighed against a competency’s goal.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306824"/>
            <a:ext cx="95399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Model, then practise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690872"/>
            <a:ext cx="953993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judge a case aloud, then you judge one or two and we compare.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99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 the end: you can place a judgement on the scale and reason from evidence to a level.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scale, five levels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 Practitioner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069080" y="15636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69080" y="1563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Achieves and reflects across two or more scenarios, improving over time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Reflective Practitioner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69080" y="243230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6908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Achieves the goal and reflects on their approach, with evidence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Practitioner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069080" y="330098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6908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Has attempted the goal, with a clear rationale   —   credit begins here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02336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Theorist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069080" y="4169664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6908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402336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Has a rationale for how they would pursue the goal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89204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4892040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level awarded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069080" y="5038344"/>
            <a:ext cx="457200" cy="45720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6908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892040"/>
            <a:ext cx="66138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rationale for pursuing the goal in even one scenario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Generic: applied to any competency by reading the evidence against the goal it names.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the step up that matters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level  →  Theorist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03520" y="1783080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rationale appears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15768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DF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71576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Theorist  →  Practitioner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2715768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attempt is made  (the credit line)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648456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64845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Practitioner  →  Reflective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03520" y="3648456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achievement, plus reflection borne out by evidence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81144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5811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Reflective  →  Expert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4581144"/>
            <a:ext cx="5973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second scenario, with improvement over time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993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Always ask: what separates this level from the one below?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comes in many forms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99339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08760" y="169164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you reviewed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429658" y="169164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03978" y="199339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98338" y="169164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Something you observed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19237" y="169164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93557" y="199339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87917" y="169164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conversation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27355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08760" y="297180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presentation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429658" y="297180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3978" y="327355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98338" y="297180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competency showcase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19237" y="2971800"/>
            <a:ext cx="3332378" cy="1051560"/>
          </a:xfrm>
          <a:prstGeom prst="roundRect">
            <a:avLst>
              <a:gd name="adj" fmla="val 6957"/>
            </a:avLst>
          </a:prstGeom>
          <a:solidFill>
            <a:srgbClr val="E4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93557" y="3273552"/>
            <a:ext cx="457200" cy="45720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87917" y="2971800"/>
            <a:ext cx="232653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performance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EDF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4434840"/>
            <a:ext cx="1027145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Judge the learner across evidence, over time — not one piece of work.  </a:t>
            </a:r>
            <a:r>
              <a:rPr lang="en-US" sz="16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judgement carries more weight when it draws on more than one source.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evidence will not announce itself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911535" cy="3017520"/>
          </a:xfrm>
          <a:prstGeom prst="roundRect">
            <a:avLst>
              <a:gd name="adj" fmla="val 2424"/>
            </a:avLst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8FB4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“Here is the rationale.”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97180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evidence never says this.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99971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2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rationale, the attempt, the achievement and the reflection are embedded in what the learner did and said. Finding them is the assessment task.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 from evidence to a level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837944"/>
            <a:ext cx="640080" cy="64008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379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783080"/>
            <a:ext cx="98142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 the evidence across the sources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98064"/>
            <a:ext cx="640080" cy="64008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980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743200"/>
            <a:ext cx="98142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 it to the descriptor at each rung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58184"/>
            <a:ext cx="640080" cy="640080"/>
          </a:xfrm>
          <a:prstGeom prst="ellipse">
            <a:avLst/>
          </a:prstGeom>
          <a:solidFill>
            <a:srgbClr val="8F99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581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703320"/>
            <a:ext cx="98142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Award the highest level the evidence fully supports — not the highest it hints at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718304"/>
            <a:ext cx="640080" cy="640080"/>
          </a:xfrm>
          <a:prstGeom prst="ellipse">
            <a:avLst/>
          </a:prstGeom>
          <a:solidFill>
            <a:srgbClr val="00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718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663440"/>
            <a:ext cx="98142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 why, pointing to what carries the decision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049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Model, then practise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2743200"/>
          </a:xfrm>
          <a:prstGeom prst="roundRect">
            <a:avLst>
              <a:gd name="adj" fmla="val 2667"/>
            </a:avLst>
          </a:prstGeom>
          <a:solidFill>
            <a:srgbClr val="EDF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999713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 judge a case aloud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moving from the evidence, to the descriptor it meets, to the level.</a:t>
            </a:r>
            <a:endParaRPr lang="en-US" sz="19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Then you judge one or two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rgbClr val="1A27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we compare where we agree and where we differ.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7999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Amala Education for Change  ·  Conducting Assessments of Competence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993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WORK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Session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7472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rgbClr val="D6E2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Judge the practice cases on your own, and write your reasoning.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rgbClr val="D6E2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 yourself against the moderated decisions.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D6E2E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Note the boundary you found hardest, and bring it back to Session 2.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</Words>
  <Application>Microsoft Macintosh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Lato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Amala Education for Change</dc:creator>
  <cp:lastModifiedBy>Louie Barnett</cp:lastModifiedBy>
  <cp:revision>2</cp:revision>
  <dcterms:created xsi:type="dcterms:W3CDTF">2026-07-31T09:17:04Z</dcterms:created>
  <dcterms:modified xsi:type="dcterms:W3CDTF">2026-08-03T05:50:04Z</dcterms:modified>
</cp:coreProperties>
</file>